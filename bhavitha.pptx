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78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3818" autoAdjust="0"/>
  </p:normalViewPr>
  <p:slideViewPr>
    <p:cSldViewPr snapToGrid="0" showGuides="1">
      <p:cViewPr varScale="1">
        <p:scale>
          <a:sx n="82" d="100"/>
          <a:sy n="82" d="100"/>
        </p:scale>
        <p:origin x="691" y="72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havitha-1007/Amazon-Laptop-Sales-Dashboard-and-Data-Analysis-using-Power-BI" TargetMode="External"/><Relationship Id="rId2" Type="http://schemas.openxmlformats.org/officeDocument/2006/relationships/hyperlink" Target="https://learn.microsoft.com/power-bi/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517379" y="1343054"/>
            <a:ext cx="4746772" cy="19155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/>
              <a:t>Amazon Laptop Sales Dashboard and Data Analysis using Power BI</a:t>
            </a:r>
            <a:endParaRPr lang="en-US" sz="3600" b="1" dirty="0">
              <a:latin typeface="Aptos"/>
            </a:endParaRPr>
          </a:p>
        </p:txBody>
      </p:sp>
      <p:sp>
        <p:nvSpPr>
          <p:cNvPr id="5" name="Subtitle 2"/>
          <p:cNvSpPr>
            <a:spLocks noGrp="1"/>
          </p:cNvSpPr>
          <p:nvPr/>
        </p:nvSpPr>
        <p:spPr>
          <a:xfrm>
            <a:off x="594127" y="3739889"/>
            <a:ext cx="4166512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</a:t>
            </a:r>
            <a:r>
              <a:rPr lang="en-US" sz="1600" b="1" cap="all" dirty="0" err="1"/>
              <a:t>choppari</a:t>
            </a:r>
            <a:r>
              <a:rPr lang="en-US" sz="1600" b="1" cap="all" dirty="0"/>
              <a:t>  </a:t>
            </a:r>
            <a:r>
              <a:rPr lang="en-US" sz="1600" b="1" cap="all" dirty="0" err="1"/>
              <a:t>bhavitha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institute of aeronautical engineering 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computer science and engineering 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bhavitha.choppari4@gmail.com</a:t>
            </a:r>
          </a:p>
        </p:txBody>
      </p:sp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90" y="963029"/>
            <a:ext cx="4590784" cy="493648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 panose="020B0604020202020204"/>
                <a:cs typeface="Arial" panose="020B0604020202020204"/>
              </a:rPr>
              <a:t>OUTLINE: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Problem Statement 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Proposed System/Solution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System Development Approach 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Algorithm &amp; Deployment  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Result (Output Image)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Conclusion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Future Scope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References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endParaRPr lang="en-GB" sz="2200" dirty="0">
              <a:latin typeface="Aptos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Problem Statement: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The rapid growth of online shopping platforms like Amazon has resulted in a large amount of product data being generated daily. However, analyzing this data manually to understand </a:t>
            </a:r>
            <a:r>
              <a:rPr lang="en-US" sz="2400" b="1" dirty="0"/>
              <a:t>laptop sales trends, pricing patterns, product ratings, and brand performance</a:t>
            </a:r>
            <a:r>
              <a:rPr lang="en-US" sz="2400" dirty="0"/>
              <a:t> is difficult and time-consuming.</a:t>
            </a:r>
          </a:p>
          <a:p>
            <a:r>
              <a:rPr lang="en-US" sz="2400" dirty="0"/>
              <a:t>Without proper visualization and analytical tools, it becomes challenging for analysts or businesses to extract meaningful insights from the data.</a:t>
            </a:r>
          </a:p>
          <a:p>
            <a:r>
              <a:rPr lang="en-US" sz="2400" dirty="0"/>
              <a:t>Therefore, there is a need for a system that can </a:t>
            </a:r>
            <a:r>
              <a:rPr lang="en-US" sz="2400" b="1" dirty="0"/>
              <a:t>analyze and visualize Amazon laptop sales data efficiently</a:t>
            </a:r>
            <a:r>
              <a:rPr lang="en-US" sz="2400" dirty="0"/>
              <a:t>, enabling users to easily understand sales patterns, product popularity, and pricing trends.</a:t>
            </a:r>
          </a:p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075" y="1304306"/>
            <a:ext cx="10515600" cy="42519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/>
              <a:t>The proposed system is an </a:t>
            </a:r>
            <a:r>
              <a:rPr lang="en-US" sz="2000" b="1" dirty="0"/>
              <a:t>interactive Amazon Laptop Sales Dashboard</a:t>
            </a:r>
            <a:r>
              <a:rPr lang="en-US" sz="2000" dirty="0"/>
              <a:t> developed using Power BI.</a:t>
            </a:r>
          </a:p>
          <a:p>
            <a:pPr marL="0" indent="0">
              <a:buNone/>
            </a:pPr>
            <a:r>
              <a:rPr lang="en-US" sz="2000" dirty="0"/>
              <a:t>This system collects laptop product data from Amazon and transforms it into </a:t>
            </a:r>
            <a:r>
              <a:rPr lang="en-US" sz="2000" b="1" dirty="0"/>
              <a:t>interactive visual dashboards</a:t>
            </a:r>
            <a:r>
              <a:rPr lang="en-US" sz="2000" dirty="0"/>
              <a:t> that display key insights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Total laptop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Brand-wise product comparison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Laptop price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Product ratings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Stock availability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Sales performance of different models</a:t>
            </a:r>
          </a:p>
          <a:p>
            <a:pPr marL="0" indent="0">
              <a:buNone/>
            </a:pPr>
            <a:r>
              <a:rPr lang="en-US" sz="2000" dirty="0"/>
              <a:t>The dashboard allows users to quickly explore the data and make informed decisions based on visual insights.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4251960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US" sz="1600" dirty="0"/>
              <a:t>The system is developed using the following technologies:</a:t>
            </a:r>
          </a:p>
          <a:p>
            <a:pPr marL="0" indent="0">
              <a:buNone/>
            </a:pPr>
            <a:r>
              <a:rPr lang="en-US" sz="1600" b="1" dirty="0"/>
              <a:t>Power BI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Used for data visualization and dashboard creation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Provides interactive charts and analytics</a:t>
            </a:r>
          </a:p>
          <a:p>
            <a:pPr marL="0" indent="0">
              <a:buNone/>
            </a:pPr>
            <a:r>
              <a:rPr lang="en-US" sz="1600" b="1" dirty="0"/>
              <a:t>CSV Dataset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Contains laptop sales and product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Used as the primary data source</a:t>
            </a:r>
          </a:p>
          <a:p>
            <a:pPr marL="0" indent="0">
              <a:buNone/>
            </a:pPr>
            <a:r>
              <a:rPr lang="en-US" sz="1600" b="1" dirty="0"/>
              <a:t>Power Query (Power BI)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Used for data cleaning and transformation</a:t>
            </a:r>
          </a:p>
          <a:p>
            <a:pPr marL="0" indent="0">
              <a:buNone/>
            </a:pPr>
            <a:r>
              <a:rPr lang="en-US" sz="1600" b="1" dirty="0"/>
              <a:t>Data Analysis Techniques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Data filtering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Aggregation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Comparative analysis</a:t>
            </a:r>
          </a:p>
          <a:p>
            <a:r>
              <a:rPr lang="en-US" sz="1600" dirty="0"/>
              <a:t>These technologies help convert raw data into meaningful visual insights.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GB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572196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b="1" dirty="0"/>
              <a:t>Algorithm Steps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Collect laptop dataset from Amazon.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Load dataset into Power BI.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Clean and preprocess the data using Power Query.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Transform data into structured format.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Create relationships and calculated measures.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Design visual dashboards using charts and graphs.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Analyze sales trends, ratings, and stock availability.</a:t>
            </a:r>
          </a:p>
          <a:p>
            <a:r>
              <a:rPr lang="en-US" sz="1800" b="1" dirty="0"/>
              <a:t>Deployment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dashboard is deployed using </a:t>
            </a:r>
            <a:r>
              <a:rPr lang="en-US" sz="1800" b="1" dirty="0"/>
              <a:t>Power BI Desktop</a:t>
            </a:r>
            <a:r>
              <a:rPr lang="en-US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It can also be published to </a:t>
            </a:r>
            <a:r>
              <a:rPr lang="en-US" sz="1800" b="1" dirty="0"/>
              <a:t>Power BI Service</a:t>
            </a:r>
            <a:r>
              <a:rPr lang="en-US" sz="1800" dirty="0"/>
              <a:t> for online access and sharing.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GB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Result: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137" y="1584103"/>
            <a:ext cx="10515600" cy="4251960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sz="1600" dirty="0"/>
              <a:t>The developed </a:t>
            </a:r>
            <a:r>
              <a:rPr lang="en-US" sz="1600" b="1" dirty="0"/>
              <a:t>Amazon Laptop Sales Dashboard</a:t>
            </a:r>
            <a:r>
              <a:rPr lang="en-US" sz="1600" dirty="0"/>
              <a:t> successfully visualizes laptop sales data from Amazon using Power BI. The dashboard provides a clear and interactive representation of important sales metrics and product information.</a:t>
            </a:r>
          </a:p>
          <a:p>
            <a:r>
              <a:rPr lang="en-US" sz="1600" dirty="0"/>
              <a:t>Key insights obtained from the dashboard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23 laptop brands</a:t>
            </a:r>
            <a:r>
              <a:rPr lang="en-US" sz="1600" dirty="0"/>
              <a:t> available in the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1987 product ratings</a:t>
            </a:r>
            <a:r>
              <a:rPr lang="en-US" sz="1600" dirty="0"/>
              <a:t> recorded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1676 available stock units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1987 sale product counts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1985 total sales recorded</a:t>
            </a:r>
            <a:endParaRPr lang="en-US" sz="1600" dirty="0"/>
          </a:p>
          <a:p>
            <a:r>
              <a:rPr lang="en-US" sz="1600" dirty="0"/>
              <a:t>The dashboard also provides visual analysis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Brand-wise available stock comparison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Rating distribution across different laptop brands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Price distribution by brand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Sales performance of different brands</a:t>
            </a:r>
            <a:endParaRPr lang="en-US" sz="1600" dirty="0"/>
          </a:p>
          <a:p>
            <a:r>
              <a:rPr lang="en-US" sz="1600" dirty="0"/>
              <a:t>These visualizations help users easily understand product trends, popular brands, and stock availability.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978CB-D310-8489-DBEB-E85F2BBEA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609" y="2099388"/>
            <a:ext cx="5936456" cy="31745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The Amazon Laptop Sales Dashboard provides an effective way to analyze laptop sales data using interactive visualizations.</a:t>
            </a:r>
          </a:p>
          <a:p>
            <a:r>
              <a:rPr lang="en-US" sz="2000" dirty="0"/>
              <a:t>It simplifies complex datasets and allows users to quickly identify trends in </a:t>
            </a:r>
            <a:r>
              <a:rPr lang="en-US" sz="2000" b="1" dirty="0"/>
              <a:t>pricing, product popularity, brand performance, and customer ratings</a:t>
            </a:r>
            <a:r>
              <a:rPr lang="en-US" sz="2000" dirty="0"/>
              <a:t>.</a:t>
            </a:r>
          </a:p>
          <a:p>
            <a:r>
              <a:rPr lang="en-US" sz="2000" dirty="0"/>
              <a:t>This system demonstrates how data visualization tools like Power BI can transform raw data into meaningful insights for better decision-making.</a:t>
            </a:r>
          </a:p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dirty="0"/>
              <a:t>The system can be further improved by adding: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Real-time Amazon data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Predictive sales analysis using machine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Customer sentiment analysis from 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More advanced filtering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Integration with other e-commerce platforms</a:t>
            </a:r>
          </a:p>
          <a:p>
            <a:pPr marL="0" indent="0">
              <a:buNone/>
            </a:pPr>
            <a:r>
              <a:rPr lang="en-US" sz="2000" dirty="0"/>
              <a:t>These improvements can enhance the analytical capabilities of the system.</a:t>
            </a:r>
          </a:p>
          <a:p>
            <a:pPr marL="0" indent="0">
              <a:buNone/>
            </a:pPr>
            <a:endParaRPr lang="en-GB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References: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 sz="2200" dirty="0">
              <a:latin typeface="Franklin Gothic Book" panose="020B0503020102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nn-NO" sz="2000" dirty="0"/>
              <a:t>Microsoft Power BI Documentation</a:t>
            </a:r>
            <a:br>
              <a:rPr lang="nn-NO" sz="2000" dirty="0"/>
            </a:br>
            <a:r>
              <a:rPr lang="nn-NO" sz="2000" dirty="0">
                <a:solidFill>
                  <a:schemeClr val="tx2">
                    <a:lumMod val="50000"/>
                    <a:lumOff val="50000"/>
                  </a:schemeClr>
                </a:solidFill>
                <a:hlinkClick r:id="rId2"/>
              </a:rPr>
              <a:t>https://learn.microsoft.com/power-bi/</a:t>
            </a:r>
            <a:endParaRPr lang="en-IN" sz="2000" dirty="0">
              <a:solidFill>
                <a:schemeClr val="tx2">
                  <a:lumMod val="50000"/>
                  <a:lumOff val="50000"/>
                </a:schemeClr>
              </a:solidFill>
              <a:latin typeface="Franklin Gothic Book" panose="020B0503020102020204"/>
            </a:endParaRPr>
          </a:p>
          <a:p>
            <a:pPr>
              <a:buFont typeface="+mj-lt"/>
              <a:buAutoNum type="arabicPeriod"/>
            </a:pPr>
            <a:r>
              <a:rPr lang="en-IN" sz="2000" dirty="0"/>
              <a:t>Amazon Product Dataset Sources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Data Visualization Concepts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Online resources and tutorials related to Power BI and data analytics</a:t>
            </a:r>
            <a:endParaRPr lang="en-IN" sz="2000" dirty="0">
              <a:latin typeface="Franklin Gothic Book" panose="020B0503020102020204"/>
            </a:endParaRPr>
          </a:p>
          <a:p>
            <a:pPr marL="0" indent="0">
              <a:buNone/>
            </a:pPr>
            <a:endParaRPr lang="en-IN" sz="2200" dirty="0">
              <a:latin typeface="Franklin Gothic Book" panose="020B0503020102020204"/>
            </a:endParaRPr>
          </a:p>
          <a:p>
            <a:pPr marL="0" indent="0">
              <a:buNone/>
            </a:pPr>
            <a:r>
              <a:rPr lang="en-IN" sz="2200" dirty="0">
                <a:latin typeface="Franklin Gothic Book" panose="020B0503020102020204"/>
              </a:rPr>
              <a:t>GitHub Link: </a:t>
            </a:r>
            <a:r>
              <a:rPr lang="en-IN" sz="2200" dirty="0">
                <a:latin typeface="Franklin Gothic Book" panose="020B0503020102020204"/>
                <a:hlinkClick r:id="rId3"/>
              </a:rPr>
              <a:t>https://github.com/Bhavitha-1007/Amazon-Laptop-Sales-Dashboard-and-Data-Analysis-using-Power-BI</a:t>
            </a:r>
            <a:endParaRPr lang="en-IN" sz="2200" u="sng" dirty="0">
              <a:solidFill>
                <a:srgbClr val="0070C0"/>
              </a:solidFill>
              <a:latin typeface="Franklin Gothic Book" panose="020B0503020102020204"/>
            </a:endParaRPr>
          </a:p>
          <a:p>
            <a:pPr marL="0" indent="0">
              <a:buNone/>
            </a:pPr>
            <a:endParaRPr lang="en-IN" sz="2200" dirty="0">
              <a:latin typeface="Franklin Gothic Book" panose="020B05030201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 txBox="1"/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00" indent="-2286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00" indent="-1905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990" indent="-173990">
              <a:buFont typeface="Arial" panose="020B0604020202020204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/>
          <p:cNvSpPr txBox="1"/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00" rtl="0" eaLnBrk="1" latinLnBrk="0" hangingPunct="1">
              <a:spcBef>
                <a:spcPct val="0"/>
              </a:spcBef>
              <a:buNone/>
              <a:defRPr sz="29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674</Words>
  <Application>Microsoft Office PowerPoint</Application>
  <PresentationFormat>Widescreen</PresentationFormat>
  <Paragraphs>93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Conclusion:</vt:lpstr>
      <vt:lpstr>Future scope: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Deepak DHARAVATH</cp:lastModifiedBy>
  <cp:revision>104</cp:revision>
  <dcterms:created xsi:type="dcterms:W3CDTF">2024-05-21T11:55:00Z</dcterms:created>
  <dcterms:modified xsi:type="dcterms:W3CDTF">2026-03-15T11:09:03Z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  <property fmtid="{D5CDD505-2E9C-101B-9397-08002B2CF9AE}" pid="4" name="ICV">
    <vt:lpwstr>EE4E1345D65D4F85A477FE2A1A549664_12</vt:lpwstr>
  </property>
  <property fmtid="{D5CDD505-2E9C-101B-9397-08002B2CF9AE}" pid="5" name="KSOProductBuildVer">
    <vt:lpwstr>1033-12.2.0.23155</vt:lpwstr>
  </property>
</Properties>
</file>